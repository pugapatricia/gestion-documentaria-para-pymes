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ti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9436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 userDrawn="1">
          <p15:clr>
            <a:srgbClr val="A4A3A4"/>
          </p15:clr>
        </p15:guide>
        <p15:guide id="2" pos="18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3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198" y="-450"/>
      </p:cViewPr>
      <p:guideLst>
        <p:guide orient="horz" pos="2304"/>
        <p:guide pos="18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" y="1197187"/>
            <a:ext cx="5052060" cy="2546773"/>
          </a:xfrm>
        </p:spPr>
        <p:txBody>
          <a:bodyPr anchor="b"/>
          <a:lstStyle>
            <a:lvl1pPr algn="ctr">
              <a:defRPr sz="3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3842174"/>
            <a:ext cx="4457700" cy="1766146"/>
          </a:xfrm>
        </p:spPr>
        <p:txBody>
          <a:bodyPr/>
          <a:lstStyle>
            <a:lvl1pPr marL="0" indent="0" algn="ctr">
              <a:buNone/>
              <a:defRPr sz="1560"/>
            </a:lvl1pPr>
            <a:lvl2pPr marL="297180" indent="0" algn="ctr">
              <a:buNone/>
              <a:defRPr sz="1300"/>
            </a:lvl2pPr>
            <a:lvl3pPr marL="594360" indent="0" algn="ctr">
              <a:buNone/>
              <a:defRPr sz="1170"/>
            </a:lvl3pPr>
            <a:lvl4pPr marL="891540" indent="0" algn="ctr">
              <a:buNone/>
              <a:defRPr sz="1040"/>
            </a:lvl4pPr>
            <a:lvl5pPr marL="1188720" indent="0" algn="ctr">
              <a:buNone/>
              <a:defRPr sz="1040"/>
            </a:lvl5pPr>
            <a:lvl6pPr marL="1485900" indent="0" algn="ctr">
              <a:buNone/>
              <a:defRPr sz="1040"/>
            </a:lvl6pPr>
            <a:lvl7pPr marL="1783080" indent="0" algn="ctr">
              <a:buNone/>
              <a:defRPr sz="1040"/>
            </a:lvl7pPr>
            <a:lvl8pPr marL="2080260" indent="0" algn="ctr">
              <a:buNone/>
              <a:defRPr sz="1040"/>
            </a:lvl8pPr>
            <a:lvl9pPr marL="2377440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513A-A46D-4761-BB98-E18CACE7963C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8661-F7F9-40DD-99BF-30E5CAEB0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38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513A-A46D-4761-BB98-E18CACE7963C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8661-F7F9-40DD-99BF-30E5CAEB0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073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1823722"/>
            <a:ext cx="5126355" cy="3042919"/>
          </a:xfrm>
        </p:spPr>
        <p:txBody>
          <a:bodyPr anchor="b"/>
          <a:lstStyle>
            <a:lvl1pPr>
              <a:defRPr sz="3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4895429"/>
            <a:ext cx="5126355" cy="1600199"/>
          </a:xfrm>
        </p:spPr>
        <p:txBody>
          <a:bodyPr/>
          <a:lstStyle>
            <a:lvl1pPr marL="0" indent="0">
              <a:buNone/>
              <a:defRPr sz="1560">
                <a:solidFill>
                  <a:schemeClr val="tx1"/>
                </a:solidFill>
              </a:defRPr>
            </a:lvl1pPr>
            <a:lvl2pPr marL="29718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2pPr>
            <a:lvl3pPr marL="594360" indent="0">
              <a:buNone/>
              <a:defRPr sz="1170">
                <a:solidFill>
                  <a:schemeClr val="tx1">
                    <a:tint val="75000"/>
                  </a:schemeClr>
                </a:solidFill>
              </a:defRPr>
            </a:lvl3pPr>
            <a:lvl4pPr marL="89154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4pPr>
            <a:lvl5pPr marL="118872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5pPr>
            <a:lvl6pPr marL="148590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6pPr>
            <a:lvl7pPr marL="178308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7pPr>
            <a:lvl8pPr marL="208026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8pPr>
            <a:lvl9pPr marL="237744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513A-A46D-4761-BB98-E18CACE7963C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8661-F7F9-40DD-99BF-30E5CAEB0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107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1947333"/>
            <a:ext cx="2526030" cy="464142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1947333"/>
            <a:ext cx="2526030" cy="464142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513A-A46D-4761-BB98-E18CACE7963C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8661-F7F9-40DD-99BF-30E5CAEB0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772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389468"/>
            <a:ext cx="5126355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1793241"/>
            <a:ext cx="2514421" cy="878839"/>
          </a:xfrm>
        </p:spPr>
        <p:txBody>
          <a:bodyPr anchor="b"/>
          <a:lstStyle>
            <a:lvl1pPr marL="0" indent="0">
              <a:buNone/>
              <a:defRPr sz="1560" b="1"/>
            </a:lvl1pPr>
            <a:lvl2pPr marL="297180" indent="0">
              <a:buNone/>
              <a:defRPr sz="1300" b="1"/>
            </a:lvl2pPr>
            <a:lvl3pPr marL="594360" indent="0">
              <a:buNone/>
              <a:defRPr sz="1170" b="1"/>
            </a:lvl3pPr>
            <a:lvl4pPr marL="891540" indent="0">
              <a:buNone/>
              <a:defRPr sz="1040" b="1"/>
            </a:lvl4pPr>
            <a:lvl5pPr marL="1188720" indent="0">
              <a:buNone/>
              <a:defRPr sz="1040" b="1"/>
            </a:lvl5pPr>
            <a:lvl6pPr marL="1485900" indent="0">
              <a:buNone/>
              <a:defRPr sz="1040" b="1"/>
            </a:lvl6pPr>
            <a:lvl7pPr marL="1783080" indent="0">
              <a:buNone/>
              <a:defRPr sz="1040" b="1"/>
            </a:lvl7pPr>
            <a:lvl8pPr marL="2080260" indent="0">
              <a:buNone/>
              <a:defRPr sz="1040" b="1"/>
            </a:lvl8pPr>
            <a:lvl9pPr marL="2377440" indent="0">
              <a:buNone/>
              <a:defRPr sz="104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2672080"/>
            <a:ext cx="2514421" cy="393022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1793241"/>
            <a:ext cx="2526804" cy="878839"/>
          </a:xfrm>
        </p:spPr>
        <p:txBody>
          <a:bodyPr anchor="b"/>
          <a:lstStyle>
            <a:lvl1pPr marL="0" indent="0">
              <a:buNone/>
              <a:defRPr sz="1560" b="1"/>
            </a:lvl1pPr>
            <a:lvl2pPr marL="297180" indent="0">
              <a:buNone/>
              <a:defRPr sz="1300" b="1"/>
            </a:lvl2pPr>
            <a:lvl3pPr marL="594360" indent="0">
              <a:buNone/>
              <a:defRPr sz="1170" b="1"/>
            </a:lvl3pPr>
            <a:lvl4pPr marL="891540" indent="0">
              <a:buNone/>
              <a:defRPr sz="1040" b="1"/>
            </a:lvl4pPr>
            <a:lvl5pPr marL="1188720" indent="0">
              <a:buNone/>
              <a:defRPr sz="1040" b="1"/>
            </a:lvl5pPr>
            <a:lvl6pPr marL="1485900" indent="0">
              <a:buNone/>
              <a:defRPr sz="1040" b="1"/>
            </a:lvl6pPr>
            <a:lvl7pPr marL="1783080" indent="0">
              <a:buNone/>
              <a:defRPr sz="1040" b="1"/>
            </a:lvl7pPr>
            <a:lvl8pPr marL="2080260" indent="0">
              <a:buNone/>
              <a:defRPr sz="1040" b="1"/>
            </a:lvl8pPr>
            <a:lvl9pPr marL="2377440" indent="0">
              <a:buNone/>
              <a:defRPr sz="104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2672080"/>
            <a:ext cx="2526804" cy="393022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513A-A46D-4761-BB98-E18CACE7963C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8661-F7F9-40DD-99BF-30E5CAEB0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239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513A-A46D-4761-BB98-E18CACE7963C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8661-F7F9-40DD-99BF-30E5CAEB0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145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513A-A46D-4761-BB98-E18CACE7963C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8661-F7F9-40DD-99BF-30E5CAEB0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76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487680"/>
            <a:ext cx="1916966" cy="1706880"/>
          </a:xfrm>
        </p:spPr>
        <p:txBody>
          <a:bodyPr anchor="b"/>
          <a:lstStyle>
            <a:lvl1pPr>
              <a:defRPr sz="2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1053255"/>
            <a:ext cx="3008948" cy="5198533"/>
          </a:xfrm>
        </p:spPr>
        <p:txBody>
          <a:bodyPr/>
          <a:lstStyle>
            <a:lvl1pPr>
              <a:defRPr sz="2080"/>
            </a:lvl1pPr>
            <a:lvl2pPr>
              <a:defRPr sz="1820"/>
            </a:lvl2pPr>
            <a:lvl3pPr>
              <a:defRPr sz="156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2194560"/>
            <a:ext cx="1916966" cy="4065694"/>
          </a:xfrm>
        </p:spPr>
        <p:txBody>
          <a:bodyPr/>
          <a:lstStyle>
            <a:lvl1pPr marL="0" indent="0">
              <a:buNone/>
              <a:defRPr sz="1040"/>
            </a:lvl1pPr>
            <a:lvl2pPr marL="297180" indent="0">
              <a:buNone/>
              <a:defRPr sz="910"/>
            </a:lvl2pPr>
            <a:lvl3pPr marL="594360" indent="0">
              <a:buNone/>
              <a:defRPr sz="780"/>
            </a:lvl3pPr>
            <a:lvl4pPr marL="891540" indent="0">
              <a:buNone/>
              <a:defRPr sz="650"/>
            </a:lvl4pPr>
            <a:lvl5pPr marL="1188720" indent="0">
              <a:buNone/>
              <a:defRPr sz="650"/>
            </a:lvl5pPr>
            <a:lvl6pPr marL="1485900" indent="0">
              <a:buNone/>
              <a:defRPr sz="650"/>
            </a:lvl6pPr>
            <a:lvl7pPr marL="1783080" indent="0">
              <a:buNone/>
              <a:defRPr sz="650"/>
            </a:lvl7pPr>
            <a:lvl8pPr marL="2080260" indent="0">
              <a:buNone/>
              <a:defRPr sz="650"/>
            </a:lvl8pPr>
            <a:lvl9pPr marL="2377440" indent="0">
              <a:buNone/>
              <a:defRPr sz="6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513A-A46D-4761-BB98-E18CACE7963C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8661-F7F9-40DD-99BF-30E5CAEB0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546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487680"/>
            <a:ext cx="1916966" cy="1706880"/>
          </a:xfrm>
        </p:spPr>
        <p:txBody>
          <a:bodyPr anchor="b"/>
          <a:lstStyle>
            <a:lvl1pPr>
              <a:defRPr sz="2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1053255"/>
            <a:ext cx="3008948" cy="5198533"/>
          </a:xfrm>
        </p:spPr>
        <p:txBody>
          <a:bodyPr anchor="t"/>
          <a:lstStyle>
            <a:lvl1pPr marL="0" indent="0">
              <a:buNone/>
              <a:defRPr sz="2080"/>
            </a:lvl1pPr>
            <a:lvl2pPr marL="297180" indent="0">
              <a:buNone/>
              <a:defRPr sz="1820"/>
            </a:lvl2pPr>
            <a:lvl3pPr marL="594360" indent="0">
              <a:buNone/>
              <a:defRPr sz="1560"/>
            </a:lvl3pPr>
            <a:lvl4pPr marL="891540" indent="0">
              <a:buNone/>
              <a:defRPr sz="1300"/>
            </a:lvl4pPr>
            <a:lvl5pPr marL="1188720" indent="0">
              <a:buNone/>
              <a:defRPr sz="1300"/>
            </a:lvl5pPr>
            <a:lvl6pPr marL="1485900" indent="0">
              <a:buNone/>
              <a:defRPr sz="1300"/>
            </a:lvl6pPr>
            <a:lvl7pPr marL="1783080" indent="0">
              <a:buNone/>
              <a:defRPr sz="1300"/>
            </a:lvl7pPr>
            <a:lvl8pPr marL="2080260" indent="0">
              <a:buNone/>
              <a:defRPr sz="1300"/>
            </a:lvl8pPr>
            <a:lvl9pPr marL="2377440" indent="0">
              <a:buNone/>
              <a:defRPr sz="13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2194560"/>
            <a:ext cx="1916966" cy="4065694"/>
          </a:xfrm>
        </p:spPr>
        <p:txBody>
          <a:bodyPr/>
          <a:lstStyle>
            <a:lvl1pPr marL="0" indent="0">
              <a:buNone/>
              <a:defRPr sz="1040"/>
            </a:lvl1pPr>
            <a:lvl2pPr marL="297180" indent="0">
              <a:buNone/>
              <a:defRPr sz="910"/>
            </a:lvl2pPr>
            <a:lvl3pPr marL="594360" indent="0">
              <a:buNone/>
              <a:defRPr sz="780"/>
            </a:lvl3pPr>
            <a:lvl4pPr marL="891540" indent="0">
              <a:buNone/>
              <a:defRPr sz="650"/>
            </a:lvl4pPr>
            <a:lvl5pPr marL="1188720" indent="0">
              <a:buNone/>
              <a:defRPr sz="650"/>
            </a:lvl5pPr>
            <a:lvl6pPr marL="1485900" indent="0">
              <a:buNone/>
              <a:defRPr sz="650"/>
            </a:lvl6pPr>
            <a:lvl7pPr marL="1783080" indent="0">
              <a:buNone/>
              <a:defRPr sz="650"/>
            </a:lvl7pPr>
            <a:lvl8pPr marL="2080260" indent="0">
              <a:buNone/>
              <a:defRPr sz="650"/>
            </a:lvl8pPr>
            <a:lvl9pPr marL="2377440" indent="0">
              <a:buNone/>
              <a:defRPr sz="6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513A-A46D-4761-BB98-E18CACE7963C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8661-F7F9-40DD-99BF-30E5CAEB0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6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513A-A46D-4761-BB98-E18CACE7963C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8661-F7F9-40DD-99BF-30E5CAEB0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6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389467"/>
            <a:ext cx="1281589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389467"/>
            <a:ext cx="3770471" cy="619929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513A-A46D-4761-BB98-E18CACE7963C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8661-F7F9-40DD-99BF-30E5CAEB0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1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389468"/>
            <a:ext cx="5126355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1947333"/>
            <a:ext cx="5126355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3" y="6780108"/>
            <a:ext cx="133731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6513A-A46D-4761-BB98-E18CACE7963C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6780108"/>
            <a:ext cx="2005965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6780108"/>
            <a:ext cx="133731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A8661-F7F9-40DD-99BF-30E5CAEB0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89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94360" rtl="0" eaLnBrk="1" latinLnBrk="0" hangingPunct="1">
        <a:lnSpc>
          <a:spcPct val="90000"/>
        </a:lnSpc>
        <a:spcBef>
          <a:spcPct val="0"/>
        </a:spcBef>
        <a:buNone/>
        <a:defRPr sz="2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90" indent="-148590" algn="l" defTabSz="59436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20" kern="1200">
          <a:solidFill>
            <a:schemeClr val="tx1"/>
          </a:solidFill>
          <a:latin typeface="+mn-lt"/>
          <a:ea typeface="+mn-ea"/>
          <a:cs typeface="+mn-cs"/>
        </a:defRPr>
      </a:lvl1pPr>
      <a:lvl2pPr marL="44577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4013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4pPr>
      <a:lvl5pPr marL="133731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5pPr>
      <a:lvl6pPr marL="163449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6pPr>
      <a:lvl7pPr marL="193167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7pPr>
      <a:lvl8pPr marL="222885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8pPr>
      <a:lvl9pPr marL="252603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1pPr>
      <a:lvl2pPr marL="29718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2pPr>
      <a:lvl3pPr marL="59436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5pPr>
      <a:lvl6pPr marL="148590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7pPr>
      <a:lvl8pPr marL="208026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74B87D-2374-4211-9872-ED3CC9278D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8750"/>
            <a:ext cx="5943600" cy="44577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2F728EF-2720-4317-89DE-E8AFEB0D6A95}"/>
              </a:ext>
            </a:extLst>
          </p:cNvPr>
          <p:cNvCxnSpPr>
            <a:cxnSpLocks/>
          </p:cNvCxnSpPr>
          <p:nvPr/>
        </p:nvCxnSpPr>
        <p:spPr>
          <a:xfrm>
            <a:off x="1828800" y="2271713"/>
            <a:ext cx="1009650" cy="178593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45BE7B7-8100-449E-8987-F936453CFA75}"/>
              </a:ext>
            </a:extLst>
          </p:cNvPr>
          <p:cNvSpPr txBox="1"/>
          <p:nvPr/>
        </p:nvSpPr>
        <p:spPr>
          <a:xfrm rot="3717340">
            <a:off x="1572767" y="2362330"/>
            <a:ext cx="1166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“Area 13”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75F4960-5421-4864-9128-B1DC39FBC11B}"/>
              </a:ext>
            </a:extLst>
          </p:cNvPr>
          <p:cNvCxnSpPr>
            <a:cxnSpLocks/>
          </p:cNvCxnSpPr>
          <p:nvPr/>
        </p:nvCxnSpPr>
        <p:spPr>
          <a:xfrm flipV="1">
            <a:off x="4210050" y="4538663"/>
            <a:ext cx="1281113" cy="40481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D0EA422-B80E-446D-8299-4CBD0D52BF21}"/>
              </a:ext>
            </a:extLst>
          </p:cNvPr>
          <p:cNvSpPr txBox="1"/>
          <p:nvPr/>
        </p:nvSpPr>
        <p:spPr>
          <a:xfrm rot="20516765">
            <a:off x="4028646" y="4822102"/>
            <a:ext cx="1166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“Area 15”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7055B04-F54A-47A8-8FB4-A5D477ABBD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05159" y="1444649"/>
            <a:ext cx="5943600" cy="4457700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4D83E9D-7E8E-4719-B6B9-E671BC40C790}"/>
              </a:ext>
            </a:extLst>
          </p:cNvPr>
          <p:cNvCxnSpPr>
            <a:cxnSpLocks/>
          </p:cNvCxnSpPr>
          <p:nvPr/>
        </p:nvCxnSpPr>
        <p:spPr>
          <a:xfrm>
            <a:off x="4210050" y="4506705"/>
            <a:ext cx="1319212" cy="43676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1121CCB-3F12-45FF-A347-EAE366772D09}"/>
              </a:ext>
            </a:extLst>
          </p:cNvPr>
          <p:cNvSpPr txBox="1"/>
          <p:nvPr/>
        </p:nvSpPr>
        <p:spPr>
          <a:xfrm rot="1050123">
            <a:off x="3956924" y="4346134"/>
            <a:ext cx="1166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“Area 14”</a:t>
            </a:r>
          </a:p>
        </p:txBody>
      </p:sp>
    </p:spTree>
    <p:extLst>
      <p:ext uri="{BB962C8B-B14F-4D97-AF65-F5344CB8AC3E}">
        <p14:creationId xmlns:p14="http://schemas.microsoft.com/office/powerpoint/2010/main" val="921363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12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Benzing, Jake (Fed)</dc:creator>
  <cp:lastModifiedBy>Benzing, Jake (Fed)</cp:lastModifiedBy>
  <cp:revision>4</cp:revision>
  <dcterms:created xsi:type="dcterms:W3CDTF">2019-06-12T13:51:22Z</dcterms:created>
  <dcterms:modified xsi:type="dcterms:W3CDTF">2019-06-12T14:13:01Z</dcterms:modified>
</cp:coreProperties>
</file>